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215665-FCA6-487C-8711-48CD56D3D8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B05014-039D-495D-9367-311738BEB5F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78520" y="10706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" name="TextBox 2"/>
          <p:cNvSpPr/>
          <p:nvPr/>
        </p:nvSpPr>
        <p:spPr>
          <a:xfrm>
            <a:off x="4672440" y="442440"/>
            <a:ext cx="2537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CRICKSTATS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TextBox 3"/>
          <p:cNvSpPr/>
          <p:nvPr/>
        </p:nvSpPr>
        <p:spPr>
          <a:xfrm>
            <a:off x="805320" y="2545200"/>
            <a:ext cx="10423800" cy="90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Cricket Player Performance Tracking Application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College Project Presentation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72760" y="1487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" name="TextBox 2"/>
          <p:cNvSpPr/>
          <p:nvPr/>
        </p:nvSpPr>
        <p:spPr>
          <a:xfrm>
            <a:off x="4848480" y="429120"/>
            <a:ext cx="2171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Introduction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TextBox 3"/>
          <p:cNvSpPr/>
          <p:nvPr/>
        </p:nvSpPr>
        <p:spPr>
          <a:xfrm>
            <a:off x="822960" y="2952000"/>
            <a:ext cx="10423800" cy="17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CRICKSTATS is an application designed to track and analyze cricket player performance.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It stores player statistics and presents them in an easy-to-understand format.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The system helps players, coaches and teams monitor performance over time.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37120" y="1378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TextBox 2"/>
          <p:cNvSpPr/>
          <p:nvPr/>
        </p:nvSpPr>
        <p:spPr>
          <a:xfrm>
            <a:off x="4359240" y="502920"/>
            <a:ext cx="34423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Problem Statement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TextBox 3"/>
          <p:cNvSpPr/>
          <p:nvPr/>
        </p:nvSpPr>
        <p:spPr>
          <a:xfrm>
            <a:off x="859320" y="2919600"/>
            <a:ext cx="10423800" cy="19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Manual recording of cricket statistics can be time-consuming.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Player performance data may be scattered across different records.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Comparing performance across matches can be difficult.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A centralized digital system is needed for quick analysis.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0400" y="15645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6" name="TextBox 2"/>
          <p:cNvSpPr/>
          <p:nvPr/>
        </p:nvSpPr>
        <p:spPr>
          <a:xfrm>
            <a:off x="5100480" y="502920"/>
            <a:ext cx="19598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Objectives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TextBox 3"/>
          <p:cNvSpPr/>
          <p:nvPr/>
        </p:nvSpPr>
        <p:spPr>
          <a:xfrm>
            <a:off x="767880" y="3152880"/>
            <a:ext cx="10423800" cy="24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Maintain player and match statistics in one place.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Track batting and bowling performance.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Generate useful performance summaries.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Make player comparison easier.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Support data-driven cricket performance analysis.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674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" name="TextBox 2"/>
          <p:cNvSpPr/>
          <p:nvPr/>
        </p:nvSpPr>
        <p:spPr>
          <a:xfrm>
            <a:off x="4635000" y="502920"/>
            <a:ext cx="2891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Existing System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TextBox 3"/>
          <p:cNvSpPr/>
          <p:nvPr/>
        </p:nvSpPr>
        <p:spPr>
          <a:xfrm>
            <a:off x="920160" y="3504600"/>
            <a:ext cx="10423800" cy="19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Statistics are often maintained manually or in spreadsheets.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Data entry and updating require more effort.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Performance comparison is less convenient.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Limited visualization and reporting.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040" y="16700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TextBox 2"/>
          <p:cNvSpPr/>
          <p:nvPr/>
        </p:nvSpPr>
        <p:spPr>
          <a:xfrm>
            <a:off x="4486320" y="502920"/>
            <a:ext cx="3188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Proposed System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TextBox 3"/>
          <p:cNvSpPr/>
          <p:nvPr/>
        </p:nvSpPr>
        <p:spPr>
          <a:xfrm>
            <a:off x="840600" y="3235320"/>
            <a:ext cx="10423800" cy="19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CRICKSTATS provides a centralized performance tracking platform.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Player, match, batting and bowling data can be stored systematically.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The application can calculate and display performance metrics.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Users can quickly view and compare player statistics.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64760" y="15717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TextBox 2"/>
          <p:cNvSpPr/>
          <p:nvPr/>
        </p:nvSpPr>
        <p:spPr>
          <a:xfrm>
            <a:off x="4857120" y="502920"/>
            <a:ext cx="24469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Key Features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TextBox 3"/>
          <p:cNvSpPr/>
          <p:nvPr/>
        </p:nvSpPr>
        <p:spPr>
          <a:xfrm>
            <a:off x="1010160" y="3164040"/>
            <a:ext cx="10423800" cy="30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Player Profile Management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Match Statistics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Batting Performance Tracking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Bowling Performance Tracking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Performance Summary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Player Comparison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Search and Filter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4160" y="17539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8" name="TextBox 2"/>
          <p:cNvSpPr/>
          <p:nvPr/>
        </p:nvSpPr>
        <p:spPr>
          <a:xfrm>
            <a:off x="4581720" y="502920"/>
            <a:ext cx="2997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System Modules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TextBox 3"/>
          <p:cNvSpPr/>
          <p:nvPr/>
        </p:nvSpPr>
        <p:spPr>
          <a:xfrm>
            <a:off x="904320" y="3254400"/>
            <a:ext cx="10423800" cy="26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Admin / User Module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Player Management Module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Match Management Module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Batting Statistics Module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Bowling Statistics Module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Reports &amp; Performance Analysis Module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7400" y="17766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TextBox 2"/>
          <p:cNvSpPr/>
          <p:nvPr/>
        </p:nvSpPr>
        <p:spPr>
          <a:xfrm>
            <a:off x="4232520" y="502920"/>
            <a:ext cx="3695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Performance Metrics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TextBox 3"/>
          <p:cNvSpPr/>
          <p:nvPr/>
        </p:nvSpPr>
        <p:spPr>
          <a:xfrm>
            <a:off x="781560" y="3871080"/>
            <a:ext cx="10423800" cy="19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Batting: Runs, Matches, Innings, Average, Strike Rate, Fifties and Hundreds.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Bowling: Overs, Runs Conceded, Wickets, Economy Rate and Bowling Average.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Fielding: Catches and Run-outs.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Overall performance can be reviewed match by match.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25960" y="19702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4" name="TextBox 2"/>
          <p:cNvSpPr/>
          <p:nvPr/>
        </p:nvSpPr>
        <p:spPr>
          <a:xfrm>
            <a:off x="4496760" y="502920"/>
            <a:ext cx="31672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Technology Stack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TextBox 3"/>
          <p:cNvSpPr/>
          <p:nvPr/>
        </p:nvSpPr>
        <p:spPr>
          <a:xfrm>
            <a:off x="854640" y="3601800"/>
            <a:ext cx="10423800" cy="24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Frontend: HTML, CSS, JavaScript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Backend: Python / PHP / Java (based on project implementation)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Database: MySQL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Development Environment: VS Code / suitable IDE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Note: Technologies can be changed to match the actual implementation.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-151200" y="19004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7" name="TextBox 2"/>
          <p:cNvSpPr/>
          <p:nvPr/>
        </p:nvSpPr>
        <p:spPr>
          <a:xfrm>
            <a:off x="4521960" y="502920"/>
            <a:ext cx="31168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System Workflow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TextBox 3"/>
          <p:cNvSpPr/>
          <p:nvPr/>
        </p:nvSpPr>
        <p:spPr>
          <a:xfrm>
            <a:off x="584280" y="3849480"/>
            <a:ext cx="10423800" cy="24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1. User logs into the application.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2. Player and match information is entered.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3. Performance statistics are stored in the database.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4. The system calculates relevant metrics.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5. Performance reports and comparisons are displayed.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73600" y="15087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TextBox 2"/>
          <p:cNvSpPr/>
          <p:nvPr/>
        </p:nvSpPr>
        <p:spPr>
          <a:xfrm>
            <a:off x="4983840" y="502920"/>
            <a:ext cx="2193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Advantages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TextBox 3"/>
          <p:cNvSpPr/>
          <p:nvPr/>
        </p:nvSpPr>
        <p:spPr>
          <a:xfrm>
            <a:off x="859320" y="3230280"/>
            <a:ext cx="10423800" cy="26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Reduces manual work.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Centralized and organized statistics.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Faster performance analysis.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Easy player comparison.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Useful for coaches, players and cricket teams.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Can be expanded for larger datasets.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23720" y="18604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TextBox 2"/>
          <p:cNvSpPr/>
          <p:nvPr/>
        </p:nvSpPr>
        <p:spPr>
          <a:xfrm>
            <a:off x="4115520" y="502920"/>
            <a:ext cx="3929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Future Enhancements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Box 3"/>
          <p:cNvSpPr/>
          <p:nvPr/>
        </p:nvSpPr>
        <p:spPr>
          <a:xfrm>
            <a:off x="994320" y="3569400"/>
            <a:ext cx="10423800" cy="26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Live score integration.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Mobile application support.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Performance charts and dashboards.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AI-based performance prediction.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Player recommendation and team selection support.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Cloud-based data storage.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39280" y="19119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TextBox 2"/>
          <p:cNvSpPr/>
          <p:nvPr/>
        </p:nvSpPr>
        <p:spPr>
          <a:xfrm>
            <a:off x="5047560" y="502920"/>
            <a:ext cx="2066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Conclusion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TextBox 3"/>
          <p:cNvSpPr/>
          <p:nvPr/>
        </p:nvSpPr>
        <p:spPr>
          <a:xfrm>
            <a:off x="373320" y="3524760"/>
            <a:ext cx="10423800" cy="14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" rIns="288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CRICKSTATS provides a simple and structured way to track cricket player performance.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It helps convert match statistics into useful performance information.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The application can be further enhanced with live data, analytics and AI features.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60440" y="1512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9" name="TextBox 2"/>
          <p:cNvSpPr/>
          <p:nvPr/>
        </p:nvSpPr>
        <p:spPr>
          <a:xfrm>
            <a:off x="4881960" y="502920"/>
            <a:ext cx="23968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Calibri"/>
              </a:rPr>
              <a:t>THANK YOU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TextBox 3"/>
          <p:cNvSpPr/>
          <p:nvPr/>
        </p:nvSpPr>
        <p:spPr>
          <a:xfrm>
            <a:off x="1130760" y="3444840"/>
            <a:ext cx="104238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Calibri"/>
              </a:rPr>
              <a:t>Questions &amp; Answers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LibreOfficeDev/24.8.7.2.0$Android_AARCH64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